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Data-driven unit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High-level sense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0175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**Audience**: Fellow engineers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364991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**Goal**: Feedback on the direction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712463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**Date**: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Questions this deck should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1. **What problem am I actually trying to solve**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2. **What changes if units become data-driven**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3. **Why has this become a much larger change than expected**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4. **What stays compatible for users of the library**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5. **Should we keep pushing on this approach or solve it differently**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0175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### Part 1: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364991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What is hard today and what is new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3712463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### Part 2: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4059935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What the unit registry is and how it changes the 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407407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### Part 3: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754879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ptos"/>
              </a:rPr>
              <a:t>Why this is hard to split up and what I want reactions 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Part 1: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**What problem exists already, and what this proposal adds**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The pricing problem already has real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We already need to price overlapping buckets correctly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We already need to handle incomplete usage data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We already need to preserve familiar APIs like `calc_price(usage)`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None of that depends on whether units are configurable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6E6E6E"/>
                </a:solidFill>
                <a:latin typeface="Aptos"/>
              </a:rPr>
              <a:t>The overlap and inference problems are inherent to accurate pricing, not created by the registry idea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What is new in this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A **unit registry** becomes a higher-level source of truth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That source of truth feeds prices, usage, extractors, validation, and schemas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New units should be added by editing data, not by editing Python and TypeScript types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The goal is to remove repeated hardcoded assumptions from the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What the current hardcoded shape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AbstractUsage = object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@dataclass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class Usage: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input_tokens: int | None = None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cache_write_tokens: int | None = None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cache_read_tokens: int | None = None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output_tokens: int | None = None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input_audio_tokens: int | None = None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cache_audio_read_tokens: int | None = None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output_audio_tokens: int | None = None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UsageField = Literal[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"input_tokens",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"cache_write_tokens",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"cache_read_tokens",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"output_tokens",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"input_audio_tokens",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"cache_audio_read_tokens",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"output_audio_tokens",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]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Today the set of valid usage fields is still effectively baked into code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Extractors and pricing logic inherit that same fixed shape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Part 2: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**Make the units explicit in data, then derive the rest from that**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What the unit registry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families: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tokens: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per: 1_000_000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dimensions: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direction: [input, output]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modality: [text, audio, image, video]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cache: [read, write]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units: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input_mtok: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  usage_key: input_tokens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  dimensions: { direction: input }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cache_read_mtok: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  usage_key: cache_read_tokens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  dimensions: { direction: input, cache: read }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input_audio_mtok: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  usage_key: input_audio_tokens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  dimensions: { direction: input, modality: audio }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cache_audio_read_mtok: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  usage_key: cache_audio_read_tokens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    dimensions: { direction: input, modality: audio, cache: read }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This is the core abstraction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It describes the units, their names, and how they relate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The source of truth moves up a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| Today                                            | Direction                                          |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| ------------------------------------------------ | -------------------------------------------------- |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| `Usage` fields define what usage exists          | Registry defines units and usage keys              |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| `ModelPrice` fields define what prices exist     | Registry defines unit IDs                          |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| Extractor `dest` is tied to a fixed literal type | Extractor `dest` is validated against the registry |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| Schemas mirror hardcoded fields                  | Schemas are derived from the registry              |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6E6E6E"/>
                </a:solidFill>
                <a:latin typeface="Aptos"/>
              </a:rPr>
              <a:t>The point is not just configurability - it is replacing duplicated hardcoded knowledge with one shared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Compatibility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price = calc_price(usage, model_ref="gpt-5")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model_price.input_mtok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usage.input_tokens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The public API shape should stay familiar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Internally the implementation becomes more dynamic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Externally existing calling patterns should continue to work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This is also why the design is awkward in places: new abstraction, old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One practical example of the cross-cutting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@dataclass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class UsageExtractorMapping: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path: ExtractPath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dest: UsageField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Courier New"/>
              </a:rPr>
              <a:t>    required: bool = True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Today `dest` is constrained by a hardcoded `UsageField` literal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With a registry, `dest` should become any registry-backed usage key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That change ripples into provider YAML, schema generation, runtime validation, and the `Usage` object itself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Part 3: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**Why this has been hard to split into small steps, and what I want input on**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Why this has taken longer than expected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This is not just a refactor inside pricing math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It introduces a new meta-schema that feeds multiple layers of the system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The abstraction only really pays off if several pieces move together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That makes it harder to carve into very small, isolated changes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The change cuts across the whole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provider YAML prices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extractor destinations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`Usage`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`ModelPrice`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validation rules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generated schemas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runtime-updated `data.json`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compatibility shims for the existing API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6E6E6E"/>
                </a:solidFill>
                <a:latin typeface="Aptos"/>
              </a:rPr>
              <a:t>This feels less like adding a feature and more like changing where the system's truth lives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What I want feedback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**Is the unit-registry abstraction the right one**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**Is the problem important enough to justify this level of system change**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**Does this feel like a solid long-term direction or like over-generalization**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**Is there a narrower approach that gets most of the value with less cross-cutting change**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My current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The hard part is **not** that overlap and incomplete usage exist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Those are already real problems in the current system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The hard part is introducing a new source of truth above the current code structures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That is why the change is broad, slow to split up, and hard to reason about incrementally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Aptos"/>
              </a:rPr>
              <a:t>Context &gt; Proposal &gt;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C1C1C"/>
                </a:solidFill>
                <a:latin typeface="Aptos"/>
              </a:rPr>
              <a:t>Discussion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1. **Would you keep pushing on this architecture**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2. **Would you solve the immediate pricing problems in a narrower way first**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C1C1C"/>
                </a:solidFill>
                <a:latin typeface="Aptos"/>
              </a:rPr>
              <a:t>3. **What is the simplest shape of this idea that would still be worth doing**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